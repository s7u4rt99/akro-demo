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How much do religious beliefs affect political decisions around the world?</a:t>
            </a:r>
          </a:p>
        </p:txBody>
      </p:sp>
      <p:sp>
        <p:nvSpPr>
          <p:cNvPr id="3" name="Subtitle 2"/>
          <p:cNvSpPr>
            <a:spLocks noGrp="1"/>
          </p:cNvSpPr>
          <p:nvPr>
            <p:ph type="subTitle" idx="1"/>
          </p:nvPr>
        </p:nvSpPr>
        <p:spPr/>
        <p:txBody>
          <a:bodyPr/>
          <a:lstStyle/>
          <a:p>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wrap="square"/>
          <a:lstStyle/>
          <a:p>
            <a:pPr>
              <a:defRPr sz="1400"/>
            </a:pPr>
            <a:r>
              <a:t>This report synthesizes research on the influence of religious beliefs on political decisions globally, revealing a complex interplay between faith and governance. Evidence indicates that religious beliefs significantly shape political behavior and policy preferences, particularly in contexts where religion is intertwined with cultural identity. Surveys and studies highlight that in the United...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wrap="square"/>
          <a:lstStyle/>
          <a:p>
            <a:pPr>
              <a:defRPr sz="1200"/>
            </a:pPr>
            <a:r>
              <a:t>The research was conducted through a comprehensive review of existing literature, surveys, and empirical studies examining the relationship between religion and politics. Sources included academic journals, reports from research organizations, and surveys conducted by polling firms such as Barna Group and Pew Research Center. The scope of the review encompassed various countries and regions, focusing on both contemporary and historical contexts to capture the evolving dynamics of religious influence on political decisions.</a:t>
            </a:r>
            <a:br/>
            <a:br/>
            <a:r>
              <a:t>Limitations of the research include potential biases in survey meth...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Review</a:t>
            </a:r>
          </a:p>
        </p:txBody>
      </p:sp>
      <p:sp>
        <p:nvSpPr>
          <p:cNvPr id="3" name="Content Placeholder 2"/>
          <p:cNvSpPr>
            <a:spLocks noGrp="1"/>
          </p:cNvSpPr>
          <p:nvPr>
            <p:ph idx="1"/>
          </p:nvPr>
        </p:nvSpPr>
        <p:spPr/>
        <p:txBody>
          <a:bodyPr wrap="square"/>
          <a:lstStyle/>
          <a:p>
            <a:pPr>
              <a:defRPr sz="1200"/>
            </a:pPr>
            <a:r>
              <a:t>The literature on the intersection of religion and politics reveals a spectrum of perspectives, with some scholars arguing for the significant role of religious beliefs in shaping political behavior, while others caution against overgeneralization. Key sources highlight that in many societies, particularly those with strong religious identities, faith plays a crucial role in informing political opinions and actions. For instance, studies show that in the United States, religious beliefs are a major influence on voting behavior, particularly among evangelical Christians who often align their...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Claim 1: Religious Beliefs as a Primary Influence on Voting Decisions</a:t>
            </a:r>
          </a:p>
        </p:txBody>
      </p:sp>
      <p:sp>
        <p:nvSpPr>
          <p:cNvPr id="3" name="Content Placeholder 2"/>
          <p:cNvSpPr>
            <a:spLocks noGrp="1"/>
          </p:cNvSpPr>
          <p:nvPr>
            <p:ph idx="1"/>
          </p:nvPr>
        </p:nvSpPr>
        <p:spPr/>
        <p:txBody>
          <a:bodyPr wrap="square"/>
          <a:lstStyle/>
          <a:p>
            <a:pPr>
              <a:defRPr sz="1200"/>
            </a:pPr>
            <a:r>
              <a:t>(a) Research indicates that religious beliefs significantly influence voting decisions, particularly in the United States. A survey by Barna Group found that 33% of adults reported their religious beliefs had at least some influence on their choice of presidential candidate, with evangelical Christians attributing even greater importance to their faith in political decisions.</a:t>
            </a:r>
            <a:br/>
            <a:r>
              <a:t>(b) The Barna survey revealed that 75% of evangelicals claimed their religious beliefs had a lot of influence on their voting choices, far surpassing other influences such as family or media. This trend underscores the...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Claim 2: The Role of Religious Institutions in Political Mobilization</a:t>
            </a:r>
          </a:p>
        </p:txBody>
      </p:sp>
      <p:sp>
        <p:nvSpPr>
          <p:cNvPr id="3" name="Content Placeholder 2"/>
          <p:cNvSpPr>
            <a:spLocks noGrp="1"/>
          </p:cNvSpPr>
          <p:nvPr>
            <p:ph idx="1"/>
          </p:nvPr>
        </p:nvSpPr>
        <p:spPr/>
        <p:txBody>
          <a:bodyPr wrap="square"/>
          <a:lstStyle/>
          <a:p>
            <a:pPr>
              <a:defRPr sz="1200"/>
            </a:pPr>
            <a:r>
              <a:t>(a) Religious institutions often play a crucial role in mobilizing voters and shaping political discourse. Churches and faith-based organizations can serve as platforms for political engagement, encouraging congregants to participate in civic activities and advocate for specific policies.</a:t>
            </a:r>
            <a:br/>
            <a:r>
              <a:t>(b) Evidence from various studies indicates that faith leaders can significantly impact voter turnout and political activism. For example, during the civil rights movement, African American churches were pivotal in organizing protests and advocating for social justice, demonstrating the power of religious...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Claim 3: Secularism and Its Moderating Effects on Religious Influence</a:t>
            </a:r>
          </a:p>
        </p:txBody>
      </p:sp>
      <p:sp>
        <p:nvSpPr>
          <p:cNvPr id="3" name="Content Placeholder 2"/>
          <p:cNvSpPr>
            <a:spLocks noGrp="1"/>
          </p:cNvSpPr>
          <p:nvPr>
            <p:ph idx="1"/>
          </p:nvPr>
        </p:nvSpPr>
        <p:spPr/>
        <p:txBody>
          <a:bodyPr wrap="square"/>
          <a:lstStyle/>
          <a:p>
            <a:pPr>
              <a:defRPr sz="1200"/>
            </a:pPr>
            <a:r>
              <a:t>(a) In many democratic societies, secularism serves as a moderating force against the influence of religious beliefs on political decisions. The principle of separation of church and state is designed to ensure that governance remains impartial and inclusive of diverse beliefs.</a:t>
            </a:r>
            <a:br/>
            <a:r>
              <a:t>(b) Research indicates that countries with strong secular frameworks, such as France and Turkey, often experience less direct influence from religious groups in political processes, leading to more inclusive governance that respects pluralism and minority rights.</a:t>
            </a:r>
            <a:br/>
            <a:r>
              <a:t>(c) Critics of secularism argue that it can marginaliz...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a:t>
            </a:r>
          </a:p>
        </p:txBody>
      </p:sp>
      <p:sp>
        <p:nvSpPr>
          <p:cNvPr id="3" name="Content Placeholder 2"/>
          <p:cNvSpPr>
            <a:spLocks noGrp="1"/>
          </p:cNvSpPr>
          <p:nvPr>
            <p:ph idx="1"/>
          </p:nvPr>
        </p:nvSpPr>
        <p:spPr/>
        <p:txBody>
          <a:bodyPr wrap="square"/>
          <a:lstStyle/>
          <a:p>
            <a:pPr>
              <a:defRPr sz="1200"/>
            </a:pPr>
            <a:r>
              <a:t>The findings across these claims reveal a complex landscape where religious beliefs significantly influence political decisions, yet the extent of this influence varies widely across different cultural and political contexts. In societies where religion is deeply intertwined with identity, such as in the United States, religious beliefs can mobilize voters and shape political agendas. Conversely, in more secular societies, the influence of religion may be moderated by legal frameworks that promote inclusivity and pluralism.</a:t>
            </a:r>
            <a:br/>
            <a:br/>
            <a:r>
              <a:t>Tensions arise when religious beliefs intersect with political dec...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Implications</a:t>
            </a:r>
          </a:p>
        </p:txBody>
      </p:sp>
      <p:sp>
        <p:nvSpPr>
          <p:cNvPr id="3" name="Content Placeholder 2"/>
          <p:cNvSpPr>
            <a:spLocks noGrp="1"/>
          </p:cNvSpPr>
          <p:nvPr>
            <p:ph idx="1"/>
          </p:nvPr>
        </p:nvSpPr>
        <p:spPr/>
        <p:txBody>
          <a:bodyPr wrap="square"/>
          <a:lstStyle/>
          <a:p>
            <a:pPr>
              <a:defRPr sz="1200"/>
            </a:pPr>
            <a:r>
              <a:t>The implications of these findings are significant for policymakers, religious leaders, and citizens alike. Understanding the influence of religious beliefs on political decisions can inform strategies for fostering inclusive governance that respects diverse perspectives. For policymakers, recognizing the role of faith in shaping public opinion can enhance engagement with religious communities, promoting dialogue and collaboration on social issues.</a:t>
            </a:r>
            <a:br/>
            <a:br/>
            <a:r>
              <a:t>For religious leaders, there is an opportunity to leverage their influence for positive social change while being mindful of the potential for...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wrap="square"/>
          <a:lstStyle/>
          <a:p>
            <a:pPr>
              <a:defRPr sz="1200"/>
            </a:pPr>
            <a:r>
              <a:t>In conclusion, the evidence indicates that religious beliefs play a significant role in shaping political decisions around the world, influencing voter behavior, policy preferences, and political mobilization. While the strength of this influence varies by context, it is clear that faith remains a powerful force in public life. However, the complexities of this relationship necessitate a nuanced understanding of how religious beliefs interact with political systems, particularly in diverse societies.</a:t>
            </a:r>
            <a:br/>
            <a:br/>
            <a:r>
              <a:t>Key limitations of the evidence include potential biases in survey methodologies and the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wrap="square"/>
          <a:lstStyle/>
          <a:p>
            <a:pPr>
              <a:defRPr sz="1200"/>
            </a:pPr>
            <a:r>
              <a:t>Barna Group. Religious Beliefs Have Greatest Influence on Voting Decisions. https://www.barna.com/research/religious-beliefs-have-greatest-influence-on-voting-decisions/. [Accessed 2023-10-01.]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Confidence &amp; limitations</a:t>
            </a:r>
          </a:p>
        </p:txBody>
      </p:sp>
      <p:sp>
        <p:nvSpPr>
          <p:cNvPr id="3" name="Content Placeholder 2"/>
          <p:cNvSpPr>
            <a:spLocks noGrp="1"/>
          </p:cNvSpPr>
          <p:nvPr>
            <p:ph idx="1"/>
          </p:nvPr>
        </p:nvSpPr>
        <p:spPr/>
        <p:txBody>
          <a:bodyPr wrap="square"/>
          <a:lstStyle/>
          <a:p>
            <a:pPr>
              <a:defRPr sz="1200"/>
            </a:pPr>
            <a:r>
              <a:t>The methodology employed in this report, which includes a comprehensive literature review and analysis of surveys from reputable sources such as the Barna Group and Pew Research Center, provides a solid foundation for understanding the influence of religious beliefs on political decisions. However, the report acknowledges limitations, including potential biases in survey methodologies and the 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wrap="square"/>
          <a:lstStyle/>
          <a:p>
            <a:pPr>
              <a:spcAft>
                <a:spcPts val="400"/>
              </a:spcAft>
              <a:defRPr sz="1000"/>
            </a:pPr>
            <a:r>
              <a:t>https://www.barna.com/research/religious-beliefs-have-greatest-influence-on-voting-decisions/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