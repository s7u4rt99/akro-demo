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itle 1"/>
          <p:cNvSpPr>
            <a:spLocks noGrp="1"/>
          </p:cNvSpPr>
          <p:nvPr>
            <p:ph type="ctrTitle"/>
          </p:nvPr>
        </p:nvSpPr>
        <p:spPr/>
        <p:txBody>
          <a:bodyPr/>
          <a:lstStyle/>
          <a:p>
            <a:pPr algn="l">
              <a:defRPr sz="3600" b="1">
                <a:solidFill>
                  <a:srgbClr val="FFFFFF"/>
                </a:solidFill>
              </a:defRPr>
            </a:pPr>
            <a:r>
              <a:t>How much do religious beliefs affect political decisions in Singapore?</a:t>
            </a:r>
          </a:p>
        </p:txBody>
      </p:sp>
      <p:sp>
        <p:nvSpPr>
          <p:cNvPr id="3" name="Subtitle 2"/>
          <p:cNvSpPr>
            <a:spLocks noGrp="1"/>
          </p:cNvSpPr>
          <p:nvPr>
            <p:ph type="subTitle" idx="1"/>
          </p:nvPr>
        </p:nvSpPr>
        <p:spPr/>
        <p:txBody>
          <a:bodyPr/>
          <a:lstStyle/>
          <a:p>
            <a:pPr algn="l">
              <a:defRPr sz="1800">
                <a:solidFill>
                  <a:srgbClr val="94A3B8"/>
                </a:solidFill>
              </a:defRPr>
            </a:pPr>
            <a:r>
              <a:t>Research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400" b="1">
                <a:solidFill>
                  <a:srgbClr val="1E3A5F"/>
                </a:solidFill>
              </a:defRPr>
            </a:pPr>
            <a:r>
              <a:t>Summary</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500">
                <a:solidFill>
                  <a:srgbClr val="334155"/>
                </a:solidFill>
              </a:defRPr>
            </a:pPr>
            <a:r>
              <a:t>This report synthesizes the complex interplay between religious beliefs and political decisions in Singapore, a nation characterized by its rich tapestry of religious diversity. The findings suggest that while religious beliefs do influence individual political behavior and societal values, the Singaporean government maintains a strict separation of religion and politics thr...</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Methodology</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research for this report was conducted through a comprehensive review of existing literature, including academic articles, government reports, and public opinion surveys related to religion and politics in Singapore. The search approach involved utilizing databases such as Google Scholar, JSTOR, and institutional repositories to gather relevant studies published from the 1990s to the present. The focus was on empirical studies that assess the relationship between religious beliefs and political behavior, as...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Literature Review</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literature on the intersection of religion and politics in Singapore reveals a complex landscape shaped by the country's diverse religious affiliations, including Buddhism, Christianity, Islam, Taoism, and Hinduism. A significant body of work, such as the studies conducted by the Institute of Policy Studies, indicates that while Singaporeans are generally religious, there is a strong consensus against the politicization of religion. The Maintenance of Religious Harmony Act is frequently cited as a key legisl...</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Influence of Religious Beliefs on Political Participation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The claim that religious beliefs significantly influence political participation in Singapore is supported by various studies indicating that individuals' faith often shapes their moral and ethical views, which in turn affect their political choices.</a:t>
            </a:r>
            <a:br/>
            <a:r>
              <a:t>(b) For example, research conducted by the Institute of Policy Studies found that religious affiliation plays a role in shaping opinions on social issues such as abortion and LGBTQ+ rights, with adherents of Islam and Christianity often holding conservative view...</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Government Regulation of Religion's Role in Politics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A significant claim is that the Singaporean government actively regulates the role of religion in politics to maintain social harmony and prevent sectarian conflict.</a:t>
            </a:r>
            <a:br/>
            <a:r>
              <a:t>(b) The Maintenance of Religious Harmony Act is a primary example of this regulation, as it prohibits religious leaders from engaging in political activities or using their platforms to influence political outcomes. This legislative framework is designed to ensure that no single religious group can dominate the political landscape, thus preservi...</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Discussion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findings across the claims suggest a nuanced relationship between religious beliefs and political decisions in Singapore. While the government enforces a strict separation of religion and politics, individual beliefs still play a significant role in shaping public opinion and political engagement. The evidence indicates that religious communities, particularly Christians and Muslims, often align their political views with their moral convictions, which can influence their participation in civic life.</a:t>
            </a:r>
          </a:p>
          <a:p>
            <a:pPr>
              <a:lnSpc>
                <a:spcPct val="115000"/>
              </a:lnSpc>
              <a:spcAft>
                <a:spcPts val="800"/>
              </a:spcAft>
              <a:defRPr sz="1300">
                <a:solidFill>
                  <a:srgbClr val="334155"/>
                </a:solidFill>
              </a:defRPr>
            </a:pPr>
            <a:r>
              <a:t>Howeve...</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Implications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implications of the findings suggest that while the government successfully maintains a secular political environment, there is a growing need for dialogue about the role of religious beliefs in shaping public policy. Policymakers may need to consider how to engage with religious communities constructively, allowing for their perspectives to inform discussions on moral and ethical issues without compromising the secular framework. For example, initiatives that promote interfaith dialogues could facilitate un...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Conclusion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In summary, the evidence suggests that religious beliefs do have a moderate impact on political decisions in Singapore, shaped significantly by the government's regulatory framework. While personal faith influences individual political behavior, the Maintenance of Religious Harmony Act serves as a critical barrier to overt religious influence in politics. The limitations imposed by this legislation reflect the government's commitment to maintaining social harmony in a diverse society, yet they also raise questio...</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1. Wikipedia. Religion in Singapore. https://en.wikipedia.org/wiki/Religion_in_Singapore</a:t>
            </a:r>
            <a:br/>
            <a:r>
              <a:t>2. Cathedral of the Good Shepherd. Religion and Politics in Singapore. https://cathedral.org.sg/courier-online/single/religion-and-politics-in-singapore</a:t>
            </a:r>
            <a:br/>
            <a:r>
              <a:t>3. Institute of Policy Studies. Public Opinion on Religion and Politics in Singapore. https://lkyspp.nus.edu.sg/ips/news/details/ips-working-paper-no.-33---religion-in-singapore-the-private-and-public-spheres</a:t>
            </a:r>
            <a:br/>
            <a:r>
              <a:t>4. ResearchGate. The Influence of Religious Beliefs on Political P...</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Confidence &amp; limitations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methodology employed a comprehensive review of existing literature, which is a solid approach for synthesizing information on this topic. However, the reliance on English-language sources may limit the understanding of the influence of religious beliefs among non-English speaking communities in Singapore. The evidence presented is moderate, as it draws from survey data a...</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https://en.wikipedia.org/wiki/Religion_in_Singapore</a:t>
            </a:r>
          </a:p>
          <a:p>
            <a:pPr>
              <a:lnSpc>
                <a:spcPct val="115000"/>
              </a:lnSpc>
              <a:spcAft>
                <a:spcPts val="800"/>
              </a:spcAft>
              <a:defRPr sz="1000">
                <a:solidFill>
                  <a:srgbClr val="334155"/>
                </a:solidFill>
              </a:defRPr>
            </a:pPr>
            <a:r>
              <a:t>https://cathedral.org.sg/courier-online/single/religion-and-politics-in-singapore</a:t>
            </a:r>
          </a:p>
          <a:p>
            <a:pPr>
              <a:lnSpc>
                <a:spcPct val="115000"/>
              </a:lnSpc>
              <a:spcAft>
                <a:spcPts val="800"/>
              </a:spcAft>
              <a:defRPr sz="1000">
                <a:solidFill>
                  <a:srgbClr val="334155"/>
                </a:solidFill>
              </a:defRPr>
            </a:pPr>
            <a:r>
              <a:t>https://lkyspp.nus.edu.sg/ips/news/details/ips-working-paper-no.-33---religion-in-singapore-the-p...</a:t>
            </a:r>
          </a:p>
          <a:p>
            <a:pPr>
              <a:lnSpc>
                <a:spcPct val="115000"/>
              </a:lnSpc>
              <a:spcAft>
                <a:spcPts val="800"/>
              </a:spcAft>
              <a:defRPr sz="1000">
                <a:solidFill>
                  <a:srgbClr val="334155"/>
                </a:solidFill>
              </a:defRPr>
            </a:pPr>
            <a:r>
              <a:t>https://www.researchgate.net/publication/379974852_The_Influence_of_Religious_Beliefs_on_Politica...</a:t>
            </a:r>
          </a:p>
          <a:p>
            <a:pPr>
              <a:lnSpc>
                <a:spcPct val="115000"/>
              </a:lnSpc>
              <a:spcAft>
                <a:spcPts val="800"/>
              </a:spcAft>
              <a:defRPr sz="1000">
                <a:solidFill>
                  <a:srgbClr val="334155"/>
                </a:solidFill>
              </a:defRPr>
            </a:pPr>
            <a:r>
              <a:t>https://www.mdpi.com/2077-1444/14/2/219</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