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itle 1"/>
          <p:cNvSpPr>
            <a:spLocks noGrp="1"/>
          </p:cNvSpPr>
          <p:nvPr>
            <p:ph type="ctrTitle"/>
          </p:nvPr>
        </p:nvSpPr>
        <p:spPr/>
        <p:txBody>
          <a:bodyPr/>
          <a:lstStyle/>
          <a:p>
            <a:pPr algn="l">
              <a:defRPr sz="3600" b="1">
                <a:solidFill>
                  <a:srgbClr val="FFFFFF"/>
                </a:solidFill>
              </a:defRPr>
            </a:pPr>
            <a:r>
              <a:t>How much do religious beliefs affect political decisions in Europe?</a:t>
            </a:r>
          </a:p>
        </p:txBody>
      </p:sp>
      <p:sp>
        <p:nvSpPr>
          <p:cNvPr id="3" name="Subtitle 2"/>
          <p:cNvSpPr>
            <a:spLocks noGrp="1"/>
          </p:cNvSpPr>
          <p:nvPr>
            <p:ph type="subTitle" idx="1"/>
          </p:nvPr>
        </p:nvSpPr>
        <p:spPr/>
        <p:txBody>
          <a:bodyPr/>
          <a:lstStyle/>
          <a:p>
            <a:pPr algn="l">
              <a:defRPr sz="1800">
                <a:solidFill>
                  <a:srgbClr val="94A3B8"/>
                </a:solidFill>
              </a:defRPr>
            </a:pPr>
            <a:r>
              <a:t>Research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400" b="1">
                <a:solidFill>
                  <a:srgbClr val="1E3A5F"/>
                </a:solidFill>
              </a:defRPr>
            </a:pPr>
            <a:r>
              <a:t>Summary</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500">
                <a:solidFill>
                  <a:srgbClr val="334155"/>
                </a:solidFill>
              </a:defRPr>
            </a:pPr>
            <a:r>
              <a:t>This report synthesizes the evidence regarding the influence of religious beliefs on political decisions in Europe, highlighting a complex interplay between faith and politics. The findings indicate that religious beliefs significantly shape political attitudes, particularly among socially conservative voters, and that religious organizations increasingly engage in political...</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Methodology</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research was conducted through a comprehensive review of academic literature, articles, and empirical studies examining the relationship between religion and politics in Europe. Sources included peer-reviewed journals, books, and reputable online publications that focus on political science, sociology of religion, and European studies. The search strategy involved identifying key terms related to religious beliefs, political behavior, and specific European contexts, which were then analyzed for relevant find...</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Literature Review</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literature on the influence of religion on political decisions in Europe reveals a spectrum of perspectives. A prevailing view is that religious beliefs significantly shape political attitudes, particularly among conservative voters who align with right-wing parties. For instance, studies have documented the close relationship between religious organizations and right-wing political parties, suggesting that faith often informs voters' positions on social issues such as abortion and immigration (https://www.t...</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1: Religious Influence on Political Attitudes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(a) The claim that religious beliefs significantly influence political attitudes is well-supported in the literature. Studies indicate that individuals with strong religious affiliations tend to hold conservative views on social issues, which in turn affects their voting behavior and party alignment.</a:t>
            </a:r>
            <a:br/>
            <a:r>
              <a:t>(b) For example, research has shown that Catholic voters in Italy demonstrated a direct effect of their religious identity on their vote choice during the 2022 national elections, with religiosity influencing prefer...</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2: Engagement of Religious Organizations in Politics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(a) Another significant claim is that religious organizations have become increasingly engaged in political processes, particularly within the European Union. This engagement is seen as a mechanism through which religious values are represented in political discourse.</a:t>
            </a:r>
            <a:br/>
            <a:r>
              <a:t>(b) For instance, research indicates that religious actors have mobilized within EU institutions, influencing policy-making and advocating for issues aligned with their beliefs (https://www.europeansources.info/record/representing-religion-in-the-e...</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Discussion</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findings across claims highlight a multifaceted relationship between religious beliefs and political decisions in Europe. While there is clear evidence of religious influence on political attitudes, particularly among conservative voters, there is also a significant counter-movement advocating for secular governance. This duality reflects broader societal trends where individuals navigate their religious identities in increasingly secular contexts.</a:t>
            </a:r>
          </a:p>
          <a:p>
            <a:pPr>
              <a:lnSpc>
                <a:spcPct val="115000"/>
              </a:lnSpc>
              <a:spcAft>
                <a:spcPts val="800"/>
              </a:spcAft>
              <a:defRPr sz="1300">
                <a:solidFill>
                  <a:srgbClr val="334155"/>
                </a:solidFill>
              </a:defRPr>
            </a:pPr>
            <a:r>
              <a:t>Moreover, the engagement of religious organizations in poli...</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Implications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implications of the relationship between religious beliefs and political decisions are significant for policy-making and governance in Europe. Policymakers must navigate the complexities of representing diverse religious perspectives while also respecting the secular principles that many citizens advocate. This balancing act is crucial in ensuring that governance remains inclusive and reflective of the pluralistic nature of European societies.</a:t>
            </a:r>
          </a:p>
          <a:p>
            <a:pPr>
              <a:lnSpc>
                <a:spcPct val="115000"/>
              </a:lnSpc>
              <a:spcAft>
                <a:spcPts val="800"/>
              </a:spcAft>
              <a:defRPr sz="1300">
                <a:solidFill>
                  <a:srgbClr val="334155"/>
                </a:solidFill>
              </a:defRPr>
            </a:pPr>
            <a:r>
              <a:t>Additionally, the growing secular sentiment among the populace 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Conclusion</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In conclusion, the evidence indicates that religious beliefs do affect political decisions in Europe, but this influence is characterized by significant variability and contestation. While many voters align their political attitudes with their religious beliefs, there is a concurrent trend towards secularization that complicates this relationship. The engagement of religious organizations in political processes further highlights the need for a nuanced understanding of how faith interacts with governance.</a:t>
            </a:r>
          </a:p>
          <a:p>
            <a:pPr>
              <a:lnSpc>
                <a:spcPct val="115000"/>
              </a:lnSpc>
              <a:spcAft>
                <a:spcPts val="800"/>
              </a:spcAft>
              <a:defRPr sz="1300">
                <a:solidFill>
                  <a:srgbClr val="334155"/>
                </a:solidFill>
              </a:defRPr>
            </a:pPr>
            <a:r>
              <a:t>Key l...</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References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Author or Site. Title or description. URL. [Accessed/retrieved if relevant.]</a:t>
            </a:r>
            <a:br/>
            <a:r>
              <a:t>https://www.tandfonline.com/doi/full/10.1080/09637494.2023.2284690</a:t>
            </a:r>
            <a:br/>
            <a:r>
              <a:t>https://www.pewresearch.org/religion/2017/05/10/views-on-religion-and-politics/</a:t>
            </a:r>
            <a:br/>
            <a:r>
              <a:t>https://www.cambridge.org/core/journals/italian-political-science-review-rivista-italiana-di-scienza-politica/article/religion-identity-and-party-preference-the-role-of-catholicism-in-the-2022-italian-national-elections/D0797D72C3DC082E4F044A328CCF2276</a:t>
            </a:r>
            <a:br/>
            <a:r>
              <a:t>https://www.europeansources.info/record/...</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Confidence &amp; limitations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methodology employed in this report, which involves a comprehensive review of academic literature and empirical studies, is commendable as it draws from a variety of reputable sources, including peer-reviewed journals and books. However, the potential bias in source selection and the focus on English-language publications may limit the breadth of perspectives considered,...</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Sources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000">
                <a:solidFill>
                  <a:srgbClr val="334155"/>
                </a:solidFill>
              </a:defRPr>
            </a:pPr>
            <a:r>
              <a:t>https://www.tandfonline.com/doi/full/10.1080/09637494.2023.2284690</a:t>
            </a:r>
          </a:p>
          <a:p>
            <a:pPr>
              <a:lnSpc>
                <a:spcPct val="115000"/>
              </a:lnSpc>
              <a:spcAft>
                <a:spcPts val="800"/>
              </a:spcAft>
              <a:defRPr sz="1000">
                <a:solidFill>
                  <a:srgbClr val="334155"/>
                </a:solidFill>
              </a:defRPr>
            </a:pPr>
            <a:r>
              <a:t>https://www.pewresearch.org/religion/2017/05/10/views-on-religion-and-politics/</a:t>
            </a:r>
          </a:p>
          <a:p>
            <a:pPr>
              <a:lnSpc>
                <a:spcPct val="115000"/>
              </a:lnSpc>
              <a:spcAft>
                <a:spcPts val="800"/>
              </a:spcAft>
              <a:defRPr sz="1000">
                <a:solidFill>
                  <a:srgbClr val="334155"/>
                </a:solidFill>
              </a:defRPr>
            </a:pPr>
            <a:r>
              <a:t>https://www.cambridge.org/core/journals/italian-political-science-review-rivista-italiana-di-scie...</a:t>
            </a:r>
          </a:p>
          <a:p>
            <a:pPr>
              <a:lnSpc>
                <a:spcPct val="115000"/>
              </a:lnSpc>
              <a:spcAft>
                <a:spcPts val="800"/>
              </a:spcAft>
              <a:defRPr sz="1000">
                <a:solidFill>
                  <a:srgbClr val="334155"/>
                </a:solidFill>
              </a:defRPr>
            </a:pPr>
            <a:r>
              <a:t>https://www.europeansources.info/record/representing-religion-in-the-european-union-does-god-matter/</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