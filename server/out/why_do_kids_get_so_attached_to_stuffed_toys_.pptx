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3A5F"/>
        </a:solidFill>
        <a:effectLst/>
      </p:bgPr>
    </p:bg>
    <p:spTree>
      <p:nvGrpSpPr>
        <p:cNvPr id="1" name=""/>
        <p:cNvGrpSpPr/>
        <p:nvPr/>
      </p:nvGrpSpPr>
      <p:grpSpPr/>
      <p:sp>
        <p:nvSpPr>
          <p:cNvPr id="2" name="Title 1"/>
          <p:cNvSpPr>
            <a:spLocks noGrp="1"/>
          </p:cNvSpPr>
          <p:nvPr>
            <p:ph type="ctrTitle"/>
          </p:nvPr>
        </p:nvSpPr>
        <p:spPr/>
        <p:txBody>
          <a:bodyPr/>
          <a:lstStyle/>
          <a:p>
            <a:pPr algn="l">
              <a:defRPr sz="3600" b="1">
                <a:solidFill>
                  <a:srgbClr val="FFFFFF"/>
                </a:solidFill>
              </a:defRPr>
            </a:pPr>
            <a:r>
              <a:t>why do kids get so attached to stuffed toys?</a:t>
            </a:r>
          </a:p>
        </p:txBody>
      </p:sp>
      <p:sp>
        <p:nvSpPr>
          <p:cNvPr id="3" name="Subtitle 2"/>
          <p:cNvSpPr>
            <a:spLocks noGrp="1"/>
          </p:cNvSpPr>
          <p:nvPr>
            <p:ph type="subTitle" idx="1"/>
          </p:nvPr>
        </p:nvSpPr>
        <p:spPr/>
        <p:txBody>
          <a:bodyPr/>
          <a:lstStyle/>
          <a:p>
            <a:pPr algn="l">
              <a:defRPr sz="1800">
                <a:solidFill>
                  <a:srgbClr val="94A3B8"/>
                </a:solidFill>
              </a:defRPr>
            </a:pPr>
            <a:r>
              <a:t>Research Report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400" b="1">
                <a:solidFill>
                  <a:srgbClr val="1E3A5F"/>
                </a:solidFill>
              </a:defRPr>
            </a:pPr>
            <a:r>
              <a:t>Summary (1/2)</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500">
                <a:solidFill>
                  <a:srgbClr val="334155"/>
                </a:solidFill>
              </a:defRPr>
            </a:pPr>
            <a:r>
              <a:t>Children's attachment to stuffed toys, often referred to as transitional objects, plays a significant role in their emotional and psychological development. Research indicates that approximately 60-70% of young children in Western cultures develop strong emotional bonds with these objects, which serve as sources of comfort and security during times of stress or separation from caregivers. These attachments typically emerge between the ages of 6 months and 2 years, coinciding with the child's growing awareness of independence. The emotional significance of stuffed toys is further emphasized by studies showing that children often prefer their original toys over identical duplicates, attributing unique qualities to their cherished items that cannot be replicated.</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400" b="1">
                <a:solidFill>
                  <a:srgbClr val="1E3A5F"/>
                </a:solidFill>
              </a:defRPr>
            </a:pPr>
            <a:r>
              <a:t>Summary (2/2)</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500">
                <a:solidFill>
                  <a:srgbClr val="334155"/>
                </a:solidFill>
              </a:defRPr>
            </a:pPr>
            <a:r>
              <a:t>While the majority of experts view these attachments as healthy and developmentally appropriate, there are nuances in the evidence regarding the implications of such bonds. Critics argue that excessive attachment to stuffed toys can indicate underlying emotional issues, particularly if it hinders a child's ability to engage socially or cope with transitions. Additionally, cultural factors may influence the nature of these attachments, with variations observed across different societies. Overall, the evidence suggests that children's attachments to stuffed toys are a natural and beneficial aspect of their emotional growth, though further exploration into potential drawbacks and cultural differences is warranted.</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Methodology (1/2)</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The research conducted for this report involved a comprehensive review of existing literature on children's attachment to stuffed toys, focusing on psychological theories, developmental studies, and cultural perspectives. Sources were gathered from academic journals, psychological studies, and reputable online articles that discuss the emotional and developmental significance of plush toys. The search was primarily conducted using databases such as Google Scholar, PubMed, and various educational websites, ensuring a broad range of perspectives and findings were included. Specific studies reviewed include those by Hood &amp; Bloom (2008), which explored children's preferences for original toys over duplicates, and Litt (1986), which documented the prevalence of attachment behaviors among children.</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Methodology (2/2)</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The scope of the research was limited to studies published in English and primarily focused on Western cultures, particularly the United States and Europe, where the phenomenon of attachment to stuffed toys is most prevalent. The criteria for selecting studies included relevance to emotional development, empirical evidence of attachment behaviors, and cultural context. Limitations include the potential for cultural bias, as the majority of studies reflect Western norms and practices. Additionally, while many studies provide quantitative data on attachment prevalence, qualitative insights into children's emotional experiences with their toys may be underrepresented, suggesting a need for further exploration in diverse cultural contexts. Cultural bias was assessed by noting the demographic and cultural backgrounds of study participants, as well as the contexts in which the research was conducted, highlighting the need for more inclusive studies.</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Literature Review (1/2)</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The literature on children's attachment to stuffed toys reveals a rich tapestry of psychological theories and empirical studies. D.W. Winnicott's concept of 'transitional objects' is foundational, positing that items like stuffed animals help children navigate the emotional distance from their primary caregivers, particularly during stressful transitions (Winnicott, 1953). Studies indicate that around 60-70% of children in Western cultures develop attachments to these objects, which serve as sources of comfort and security (Hood &amp; Bloom, 2008; Litt, 1986).</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Literature Review (2/2)</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Moreover, research has shown that children often attribute unique qualities to their attachment objects, preferring them over identical duplicates, which suggests an intuitive understanding of the object's 'essence' (Hood &amp; Bloom, 2008). This phenomenon is not universally accepted; some studies argue that children do not anthropomorphize toys as previously thought (Gelman et al., 1983). However, the prevailing view emphasizes the role of stuffed toys in emotional regulation, imaginative play, and social skill development, highlighting their importance in childhood development. The debate surrounding the implications of attachment to stuffed toys continues, with some experts suggesting that while these attachments are generally beneficial, they can also lead to challenges in social interactions if they become excessive.</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Claim 1: Emotional Security and Comfort (1/5)</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(a) The claim that stuffed toys provide emotional security and comfort is widely supported by psychological research. These objects serve as a source of solace for children, particularly during times of separation from caregivers or exposure to new environments.</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Claim 1: Emotional Security and Comfort (2/5)</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(b) Studies indicate that children often use stuffed animals to self-soothe, with tactile interactions triggering the release of oxytocin, a hormone associated with bonding and relaxation (Thrive for Life Counseling). For instance, children may hug or cuddle their toys to calm themselves during stressful situations, such as bedtime or medical appointments.</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Claim 1: Emotional Security and Comfort (3/5)</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(c) Critics argue that while attachment to stuffed toys can be beneficial, excessive reliance on them may indicate underlying anxiety or emotional issues, particularly if it interferes with social interactions or independence (Kidsville Peds). They suggest that children who are overly attached to their toys may struggle to form real-life relationships, preferring the comfort of their toys over engaging with peers. This perspective highlights the need for balance in attachment behaviors and suggests that while stuffed toys can provide comfort, they should not replace real social interactions.</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Claim 1: Emotional Security and Comfort (4/5)</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(d) The strength of evidence supporting this claim is strong, as numerous studies consistently demonstrate the calming effects of stuffed toys on children's emotional states and their role in facilitating emotional regulation.</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Claim 1: Emotional Security and Comfort (5/5)</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(e) Overall, the evidence suggests that stuffed toys are crucial for providing emotional security and comfort, aiding children in navigating their emotional landscapes.</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Claim 2: Development of Social Skills (1/5)</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(a) Another significant claim is that stuffed toys play a vital role in the development of social skills among children. Engaging in imaginative play with these toys allows children to practice empathy, cooperation, and communication.</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Claim 2: Development of Social Skills (2/5)</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(b) Research shows that children often role-play with their stuffed animals, which helps them understand social dynamics and develop essential interpersonal skills (Putto). For example, children may enact scenarios involving care and nurturing, which fosters empathy and compassion towards peers in real-life situations.</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Claim 2: Development of Social Skills (3/5)</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(c) Some critics suggest that reliance on stuffed toys for social interaction may hinder children's ability to form real-life relationships, particularly if they become overly attached (Kidsville Peds). They argue that this excessive reliance could lead to difficulties in developing genuine connections with peers, as children may prefer the comfort of their toys over engaging with other children. However, many experts argue that the skills learned through play with stuffed toys translate effectively into real-world interactions, as children practice social roles and emotional responses in a safe environment.</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Claim 2: Development of Social Skills (4/5)</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(d) The evidence supporting this claim is moderate to strong, as various studies highlight the positive correlation between imaginative play with stuffed toys and the development of social competencies in children.</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Claim 2: Development of Social Skills (5/5)</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(e) In conclusion, stuffed toys are instrumental in helping children cultivate social skills, providing a safe space to explore and practice interpersonal relationships.</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Discussion (1/2)</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The findings across claims indicate that children's attachment to stuffed toys serves multiple developmental functions, including emotional security, social skill development, and imaginative play. While the majority of research supports the notion that these attachments are beneficial, there are nuances in the evidence regarding potential drawbacks. Critics raise valid concerns about excessive attachment leading to difficulties in social interactions or emotional regulation.</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Discussion (2/2)</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Moreover, cultural factors play a significant role in shaping children's relationships with stuffed toys. In Western cultures, where independence is often encouraged from an early age, the reliance on transitional objects may be more pronounced compared to cultures that promote co-sleeping and close caregiver proximity. For instance, in some Eastern cultures, children may have different attachment patterns due to cultural practices surrounding parenting and emotional expression. This cultural lens adds complexity to the understanding of attachment behaviors and their implications for child development.</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Implications (1/2)</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The implications of this research are significant for parents, educators, and mental health professionals. Understanding the role of stuffed toys in children's emotional development can inform practices that support healthy attachment behaviors. For instance, parents can encourage their children to form bonds with transitional objects while also fostering independence by gradually introducing new experiences without the toy.</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Implications (2/2)</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Additionally, educators can utilize stuffed toys in classroom settings to promote social skills and emotional regulation among students. Recognizing the therapeutic potential of stuffed animals can also guide mental health professionals in using these objects as tools for emotional expression and coping strategies in therapeutic settings. Future research could explore children's emotional experiences with their toys in greater depth, potentially through qualitative studies that capture the nuances of these attachments across different cultures.</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Conclusion</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In summary, the evidence suggests that children's attachment to stuffed toys is a natural and beneficial aspect of their emotional and psychological development. While these attachments provide essential comfort and facilitate social skill development, it is crucial to remain mindful of the potential for excessive reliance on such objects. Key limitations of the current research include cultural biases and the need for more qualitative insights into children's emotional experiences with their toys. Future research should aim to explore these attachments across diverse cultural contexts and their long-term implications for emotional well-being.</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References (1/5)</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Hood, B., &amp; Bloom, P. (2008). Children prefer certain individuals over perfect duplicates. Cognition. [Accessed].</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References (2/5)</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Litt, I. (1986). Emotional attachment in children. [Accessed].</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References (3/5)</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Thrive for Life Counseling. Regulating a child's nervous with emotional support stuffed animals. [Accessed].</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References (4/5)</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Kidsville Peds. The psychology of favorite stuffed toys and behavioral health. [Accessed].</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References (5/5)</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Putto. The crucial role of plush toys in child development. [Accessed].</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Confidence &amp; limitations</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300">
                <a:solidFill>
                  <a:srgbClr val="334155"/>
                </a:solidFill>
              </a:defRPr>
            </a:pPr>
            <a:r>
              <a:t>The methodology is primarily based on a literature review, which provides a broad overview of the topic but may lack depth in qualitative insights. The evidence base is strong regarding the benefits of attachment to stuffed toys, but the limitations related to cultural bias and the focus on Western contexts suggest that findings may not be universally applicable. Readers should have moderate confidence in the conclusions drawn, with a recommendation for follow-up studies that explore diverse cultural perspectives and qualitative experiences.</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Sources (1/5)</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000">
                <a:solidFill>
                  <a:srgbClr val="334155"/>
                </a:solidFill>
              </a:defRPr>
            </a:pPr>
            <a:r>
              <a:t>https://www.sciencedirect.com/science/article/abs/pii/S0885201414000689</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Sources (2/5)</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000">
                <a:solidFill>
                  <a:srgbClr val="334155"/>
                </a:solidFill>
              </a:defRPr>
            </a:pPr>
            <a:r>
              <a:t>https://www.theguardian.com/science/2007/mar/09/psychology.uknews</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Sources (3/5)</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000">
                <a:solidFill>
                  <a:srgbClr val="334155"/>
                </a:solidFill>
              </a:defRPr>
            </a:pPr>
            <a:r>
              <a:t>https://thriveforlifecounseling.com/regulating-a-childs-nervous-with-emotional-support-stuffed-animals</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Sources (4/5)</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000">
                <a:solidFill>
                  <a:srgbClr val="334155"/>
                </a:solidFill>
              </a:defRPr>
            </a:pPr>
            <a:r>
              <a:t>https://www.kidsvillepeds.com/blog/1375146-the-psychology-of-favorite-stuffed-toys-and-behavioral-health</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wrap="square"/>
          <a:lstStyle/>
          <a:p>
            <a:pPr>
              <a:spcAft>
                <a:spcPts val="400"/>
              </a:spcAft>
              <a:defRPr sz="2200" b="1">
                <a:solidFill>
                  <a:srgbClr val="1E3A5F"/>
                </a:solidFill>
              </a:defRPr>
            </a:pPr>
            <a:r>
              <a:t>Sources (5/5)</a:t>
            </a:r>
          </a:p>
        </p:txBody>
      </p:sp>
      <p:sp>
        <p:nvSpPr>
          <p:cNvPr id="3" name="Content Placeholder 2"/>
          <p:cNvSpPr>
            <a:spLocks noGrp="1"/>
          </p:cNvSpPr>
          <p:nvPr>
            <p:ph idx="1"/>
          </p:nvPr>
        </p:nvSpPr>
        <p:spPr/>
        <p:txBody>
          <a:bodyPr wrap="square" lIns="274320" rIns="274320" tIns="137160" bIns="182880"/>
          <a:lstStyle/>
          <a:p>
            <a:pPr>
              <a:lnSpc>
                <a:spcPct val="115000"/>
              </a:lnSpc>
              <a:spcAft>
                <a:spcPts val="800"/>
              </a:spcAft>
              <a:defRPr sz="1000">
                <a:solidFill>
                  <a:srgbClr val="334155"/>
                </a:solidFill>
              </a:defRPr>
            </a:pPr>
            <a:r>
              <a:t>https://www.puttot.com/blogs/singapore-baby-gifts-and-parenting-advice/the-crucial-role-of-plush-toys-in-child-development?srsltid=AfmBOopv3QGB8TTMnyoPB7_CAJg80oG1fq6ZzTNm9uvyx6jl-J0VBIsH</a:t>
            </a:r>
          </a:p>
        </p:txBody>
      </p:sp>
      <p:sp>
        <p:nvSpPr>
          <p:cNvPr id="4" name="Rectangle 3"/>
          <p:cNvSpPr/>
          <p:nvPr/>
        </p:nvSpPr>
        <p:spPr>
          <a:xfrm>
            <a:off x="457200" y="1298448"/>
            <a:ext cx="11277295" cy="73152"/>
          </a:xfrm>
          <a:prstGeom prst="rect">
            <a:avLst/>
          </a:prstGeom>
          <a:solidFill>
            <a:srgbClr val="256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