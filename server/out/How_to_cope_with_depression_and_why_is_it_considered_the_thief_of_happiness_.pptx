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Title 1"/>
          <p:cNvSpPr>
            <a:spLocks noGrp="1"/>
          </p:cNvSpPr>
          <p:nvPr>
            <p:ph type="ctrTitle"/>
          </p:nvPr>
        </p:nvSpPr>
        <p:spPr/>
        <p:txBody>
          <a:bodyPr/>
          <a:lstStyle/>
          <a:p>
            <a:pPr algn="l">
              <a:defRPr sz="3600" b="1">
                <a:solidFill>
                  <a:srgbClr val="FFFFFF"/>
                </a:solidFill>
              </a:defRPr>
            </a:pPr>
            <a:r>
              <a:t>How to cope with depression and why is it considered the thief of happiness?</a:t>
            </a:r>
          </a:p>
        </p:txBody>
      </p:sp>
      <p:sp>
        <p:nvSpPr>
          <p:cNvPr id="3" name="Subtitle 2"/>
          <p:cNvSpPr>
            <a:spLocks noGrp="1"/>
          </p:cNvSpPr>
          <p:nvPr>
            <p:ph type="subTitle" idx="1"/>
          </p:nvPr>
        </p:nvSpPr>
        <p:spPr/>
        <p:txBody>
          <a:bodyPr/>
          <a:lstStyle/>
          <a:p>
            <a:pPr algn="l">
              <a:defRPr sz="1800">
                <a:solidFill>
                  <a:srgbClr val="94A3B8"/>
                </a:solidFill>
              </a:defRPr>
            </a:pPr>
            <a:r>
              <a:t>Research Report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400" b="1">
                <a:solidFill>
                  <a:srgbClr val="1E3A5F"/>
                </a:solidFill>
              </a:defRPr>
            </a:pPr>
            <a:r>
              <a:t>Summary (1/2)</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500">
                <a:solidFill>
                  <a:srgbClr val="334155"/>
                </a:solidFill>
              </a:defRPr>
            </a:pPr>
            <a:r>
              <a:t>Depression is frequently termed the 'thief of happiness' due to its profound effects on emotional well-being and self-identity. The condition not only diminishes joy but can also lead to feelings of worthlessness and isolation, significantly impacting an individual's overall quality of life. The World Health Organization identifies depression as a leading cause of disability globally, emphasizing its severe implications for both personal and societal functioning. The stigma surrounding depression complicates the situation, often preventing individuals from seeking necessary help and exacerbating their condition.</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400" b="1">
                <a:solidFill>
                  <a:srgbClr val="1E3A5F"/>
                </a:solidFill>
              </a:defRPr>
            </a:pPr>
            <a:r>
              <a:t>Summary (2/2)</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500">
                <a:solidFill>
                  <a:srgbClr val="334155"/>
                </a:solidFill>
              </a:defRPr>
            </a:pPr>
            <a:r>
              <a:t>Coping strategies for managing depression are varied, encompassing therapy, medication, lifestyle modifications, and social support. Recent empirical studies indicate that a combination of these approaches is most effective in alleviating symptoms. Evidence-based coping mechanisms, such as cognitive-behavioral therapy (CBT), mindfulness practices, and physical exercise, have shown promise in improving mental health outcomes. However, the effectiveness of these strategies can differ based on individual circumstances and cultural contexts, highlighting the need for personalized approaches to treatment. Overall, while effective methods exist for coping with depression, societal stigma and misunderstandings surrounding mental health issues remain significant barriers to recovery.</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Methodology (1/2)</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The research for this report involved a comprehensive review of existing literature on depression and coping strategies. The search strategy included academic articles, clinical studies, and reputable mental health resources, focusing on evidence published within the last two decades to ensure relevance and accuracy. Sources were selected based on their empirical support and contributions to understanding the psychological and physiological effects of depression. To address potential biases in the selected studies, the review included a critical evaluation of the methodologies employed in the studies, such as sample sizes, participant demographics, and the cultural context of the research. This helped mitigate biases related to cultural perceptions of depression and coping strategies, as well as ensuring that the findings were not unduly influenced by any single cultural perspective.</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Methodology (2/2)</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The scope of the review was limited to English-language sources, which may exclude valuable insights from non-English literature. This limitation is significant as it may overlook cultural variations in the understanding and treatment of depression. The evidence quality varies, with some studies being robust and peer-reviewed, while others may be anecdotal or based on smaller sample sizes. This variability necessitates a cautious interpretation of findings, particularly when generalizing conclusions across different populations and contexts. Additionally, while the report aims to provide a balanced view of coping strategies, it is important to recognize that cultural factors can significantly influence the perception and effectiveness of these strategies.</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Literature Review (1/2)</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The literature on depression identifies it as a multifaceted disorder that significantly impacts emotional well-being and self-identity. Key sources emphasize that depression is not merely transient sadness but a debilitating condition that can lead to chronic suffering and identity loss (Psychology Today, 2020). The World Health Organization recognizes depression as a leading cause of disability, highlighting its pervasive effects on individuals' ability to function socially and professionally. Recent studies, such as those by Chaurasia (2024), further illustrate how depression alters cognitive processes, leading to negative self-perceptions and diminished motivation.</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Literature Review (2/2)</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There is a consensus among researchers that effective coping strategies are essential for managing depression. Evidence supports the use of cognitive-behavioral therapy (CBT) as a primary treatment, alongside pharmacological interventions when necessary (National Institute of Mental Health). However, debates persist regarding the efficacy of antidepressants versus non-pharmacological approaches, with some studies suggesting that lifestyle changes, such as exercise and social support, can be equally effective (Therapy Group DC). This ongoing discourse underscores the need for personalized treatment plans that consider individual circumstances and cultural contexts, as recent findings indicate that cultural factors can significantly influence coping strategies and their effectiveness.</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Claim 1: Depression as an Identity Thief (1/5)</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(a) Depression is often described as an identity thief because it can fundamentally alter how individuals perceive themselves. Many people with depression report feeling disconnected from their former selves, leading to a pervasive sense of worthlessness and hopelessness.</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Claim 1: Depression as an Identity Thief (2/5)</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(b) Supporting evidence comes from various sources that illustrate how depression can strip away one's sense of identity and self-worth. For instance, individuals may feel unable to engage in activities they once enjoyed, leading to a loss of personal identity (Psychology Today, 2020). Moreover, studies indicate that the cognitive distortions associated with depression can reinforce negative self-perceptions, further entrenching the belief that one is defined by their illness (Chaurasia, 2024).</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Claim 1: Depression as an Identity Thief (3/5)</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(c) Critics argue that while depression can impact identity, it is essential to differentiate between the disorder and the individual. Some suggest that focusing on recovery and personal strengths can help mitigate the identity theft aspect of depression. They emphasize the importance of recognizing that one's identity is multifaceted and not solely defined by mental illness. Additionally, some argue that the narrative of depression as an identity thief may inadvertently reinforce stigma by framing individuals as their illness rather than as people with an illness.</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Claim 1: Depression as an Identity Thief (4/5)</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(d) The strength of the evidence supporting this claim is moderate, as it is based on both qualitative accounts and empirical studies that highlight the psychological impacts of depression on identity. However, the complexity of identity suggests that while depression can significantly affect self-perception, it is not the sole determinant of an individual's identity.</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Claim 1: Depression as an Identity Thief (5/5)</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(e) Overall, the evidence suggests that depression significantly affects self-identity, reinforcing the notion that it is indeed a thief of happiness, but it is crucial to acknowledge the multifaceted nature of identity beyond depression.</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Claim 2: Coping Strategies for Depression (1/5)</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(a) Effective coping strategies are crucial for managing depression and enhancing overall well-being. These strategies can include therapy, medication, lifestyle changes, and social support.</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Claim 2: Coping Strategies for Depression (2/5)</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(b) Evidence shows that cognitive-behavioral therapy (CBT) is one of the most effective treatments for depression, helping individuals challenge negative thought patterns and develop healthier coping mechanisms (Therapy Group DC). Additionally, lifestyle changes such as regular exercise and social engagement have been shown to alleviate depressive symptoms (National Institute of Mental Health).</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Claim 2: Coping Strategies for Depression (3/5)</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(c) However, some critics argue that the effectiveness of these strategies can vary significantly among individuals, and that reliance on medication alone may not address the underlying issues of depression. There is also concern regarding the side effects of antidepressants and the potential for overprescribing (American Psychological Association). Furthermore, cultural differences can influence the perceived effectiveness of various coping strategies, suggesting that what works for one individual may not work for another.</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Claim 2: Coping Strategies for Depression (4/5)</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(d) The evidence supporting the effectiveness of various coping strategies is strong, particularly for CBT and lifestyle interventions, which have been extensively studied and validated in clinical settings. However, the variability in individual responses highlights the need for personalized approaches to treatment.</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Claim 2: Coping Strategies for Depression (5/5)</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(e) In conclusion, while there are effective coping strategies available, individual variability in response to treatment necessitates a personalized approach to managing depression.</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Discussion (1/2)</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The findings across claims highlight the complex interplay between depression, identity, and coping strategies. Depression's role as an identity thief is underscored by the significant emotional and cognitive impairments it causes, leading to a profound alteration in self-perception. This identity shift can reinforce feelings of worthlessness and hopelessness, making recovery more challenging. On the other hand, the effectiveness of coping strategies such as CBT and lifestyle changes provides a pathway for individuals to reclaim their identity and enhance their overall well-being.</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Discussion (2/2)</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However, tensions exist between the need for effective treatment and the stigma surrounding mental health issues. Stigma can deter individuals from seeking help, perpetuating the cycle of depression and identity loss. Additionally, cultural factors play a crucial role in shaping perceptions of depression and the acceptance of coping strategies, suggesting that a one-size-fits-all approach may not be effective. This underscores the importance of culturally sensitive interventions that respect individual experiences and values, as well as the need for ongoing research to explore the nuances of coping strategies across different populations.</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Implications (1/2)</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The implications of these findings are significant for both individuals and mental health professionals. For individuals coping with depression, understanding the identity-altering effects of the condition can foster a greater awareness of their experiences and encourage them to seek help. It is crucial for individuals to recognize that while depression may influence their self-perception, it does not define who they are at their core.</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Implications (2/2)</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For mental health professionals, these insights emphasize the need for personalized treatment plans that incorporate effective coping strategies while also addressing the stigma associated with depression. By fostering open discussions about mental health and promoting awareness, professionals can help reduce stigma and encourage individuals to seek the support they need. Furthermore, integrating cultural considerations into treatment approaches can enhance the effectiveness of interventions and improve outcomes for diverse populations. Mental health professionals should consider recommending community support groups and peer-led initiatives to foster connection and reduce isolation, which can significantly enhance recovery outcomes.</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Conclusion</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In summary, depression is a complex and multifaceted disorder that significantly impacts happiness and self-identity. The evidence suggests that depression can indeed be seen as a thief of happiness, as it alters how individuals perceive themselves and their capacity for joy. While effective coping strategies exist, the variability in individual responses highlights the need for personalized approaches to treatment. The stigma surrounding depression remains a critical barrier to seeking help, necessitating ongoing efforts to promote understanding and acceptance of mental health issues. Future research should continue to explore the interplay between cultural factors, coping strategies, and the long-term implications of untreated depression to inform more effective interventions.</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References (1/5)</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Psychology Today. Depression Is the Ultimate Identity Thief. https://www.psychologytoday.com/us/blog/brick-brick/202010/depression-is-the-ultimate-identity-thief</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References (2/5)</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GeneSight. The Silent Thief: The 5 Things Depression Can Steal. https://genesight.com/blog/the-silent-thief-the-5-things-depression-can-steal/</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References (3/5)</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Therapy Group DC. The 5 R’s of Depression: Evidence-Based Coping Tools for Depression. https://therapygroupdc.com/therapist-dc-blog/the-5-rs-of-depression-evidence-based-coping-tools-for-depression</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References (4/5)</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National Institute of Mental Health. Major Depression. https://www.nimh.nih.gov/health/statistics/major-depression</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References (5/5)</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American Psychological Association. Antidepressants: A Guide for Patients. https://www.apa.org/health/topics/depression/antidepressants</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Confidence &amp; limitations</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The methodology employed a comprehensive literature review, which is a solid approach for synthesizing existing knowledge on depression and coping strategies. However, the limitation of focusing solely on English-language sources may lead to a narrow understanding of cultural variations in treatment. The evidence base is moderate, with a mix of robust studies and anecdotal accounts. Readers should be moderately confident in the findings, but further exploration of non-English literature could enhance the report's depth and applicability.</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Sources (1/5)</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000">
                <a:solidFill>
                  <a:srgbClr val="334155"/>
                </a:solidFill>
              </a:defRPr>
            </a:pPr>
            <a:r>
              <a:t>https://www.psychologytoday.com/us/blog/brick-brick/202010/depression-is-the-ultimate-identity-thief</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Sources (2/5)</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000">
                <a:solidFill>
                  <a:srgbClr val="334155"/>
                </a:solidFill>
              </a:defRPr>
            </a:pPr>
            <a:r>
              <a:t>https://genesight.com/blog/the-silent-thief-the-5-things-depression-can-steal/</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Sources (3/5)</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000">
                <a:solidFill>
                  <a:srgbClr val="334155"/>
                </a:solidFill>
              </a:defRPr>
            </a:pPr>
            <a:r>
              <a:t>https://therapygroupdc.com/therapist-dc-blog/the-5-rs-of-depression-evidence-based-coping-tools-for-depression</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Sources (4/5)</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000">
                <a:solidFill>
                  <a:srgbClr val="334155"/>
                </a:solidFill>
              </a:defRPr>
            </a:pPr>
            <a:r>
              <a:t>https://www.nimh.nih.gov/health/statistics/major-depression</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Sources (5/5)</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000">
                <a:solidFill>
                  <a:srgbClr val="334155"/>
                </a:solidFill>
              </a:defRPr>
            </a:pPr>
            <a:r>
              <a:t>https://www.apa.org/health/topics/depression/antidepressants</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