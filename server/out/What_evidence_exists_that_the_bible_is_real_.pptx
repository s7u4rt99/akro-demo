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What evidence exists that the bible is real?</a:t>
            </a:r>
          </a:p>
        </p:txBody>
      </p:sp>
      <p:sp>
        <p:nvSpPr>
          <p:cNvPr id="3" name="Subtitle 2"/>
          <p:cNvSpPr>
            <a:spLocks noGrp="1"/>
          </p:cNvSpPr>
          <p:nvPr>
            <p:ph type="subTitle" idx="1"/>
          </p:nvPr>
        </p:nvSpPr>
        <p:spPr/>
        <p:txBody>
          <a:bodyPr/>
          <a:lstStyle/>
          <a:p>
            <a:r>
              <a:t>Research report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wrap="square"/>
          <a:lstStyle/>
          <a:p>
            <a:pPr>
              <a:defRPr sz="1400"/>
            </a:pPr>
            <a:r>
              <a:t>The evidence supporting the historical accuracy of the Bible includes numerous archaeological findings, historical documents, and textual analysis. Archaeological discoveries such as the Dead Sea Scrolls, the Tel Dan Inscription, and the Moabite Stone provide tangible links to biblical events and figures. Additionally, external historical texts from figures like Josephus and Tacitus corroborate...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Archaeological Evidence</a:t>
            </a:r>
          </a:p>
        </p:txBody>
      </p:sp>
      <p:sp>
        <p:nvSpPr>
          <p:cNvPr id="3" name="Content Placeholder 2"/>
          <p:cNvSpPr>
            <a:spLocks noGrp="1"/>
          </p:cNvSpPr>
          <p:nvPr>
            <p:ph idx="1"/>
          </p:nvPr>
        </p:nvSpPr>
        <p:spPr/>
        <p:txBody>
          <a:bodyPr wrap="square"/>
          <a:lstStyle/>
          <a:p>
            <a:pPr>
              <a:defRPr sz="1200"/>
            </a:pPr>
            <a:r>
              <a:t>Numerous archaeological discoveries have been made that support the historical accuracy of the Bible. Notable finds include the Dead Sea Scrolls, which contain biblical texts dating back to the second century BC, and the Tel Dan Inscription, which references the 'House of David.' Other significant artifacts include the Moabite Stone, which recounts events also described in the Bible, and the Lachish Letters, which provide insights into the Babylonian siege of Judah. These findings have not contradicted biblical accounts but have often confirmed them.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Historical Documents</a:t>
            </a:r>
          </a:p>
        </p:txBody>
      </p:sp>
      <p:sp>
        <p:nvSpPr>
          <p:cNvPr id="3" name="Content Placeholder 2"/>
          <p:cNvSpPr>
            <a:spLocks noGrp="1"/>
          </p:cNvSpPr>
          <p:nvPr>
            <p:ph idx="1"/>
          </p:nvPr>
        </p:nvSpPr>
        <p:spPr/>
        <p:txBody>
          <a:bodyPr wrap="square"/>
          <a:lstStyle/>
          <a:p>
            <a:pPr>
              <a:defRPr sz="1200"/>
            </a:pPr>
            <a:r>
              <a:t>Several ancient texts outside the Bible reference biblical figures and events, providing additional support for its historical claims. The Merneptah Stele from Egypt mentions Israel, confirming its existence in the late 13th century BC. Josephus, a first-century Jewish historian, provides accounts of Jesus and other biblical figures, while Roman historians like Tacitus and Suetonius reference early Christians and their beliefs. These external sources lend credibility to the narratives found in the Bible.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Manuscript Evidence</a:t>
            </a:r>
          </a:p>
        </p:txBody>
      </p:sp>
      <p:sp>
        <p:nvSpPr>
          <p:cNvPr id="3" name="Content Placeholder 2"/>
          <p:cNvSpPr>
            <a:spLocks noGrp="1"/>
          </p:cNvSpPr>
          <p:nvPr>
            <p:ph idx="1"/>
          </p:nvPr>
        </p:nvSpPr>
        <p:spPr/>
        <p:txBody>
          <a:bodyPr wrap="square"/>
          <a:lstStyle/>
          <a:p>
            <a:pPr>
              <a:defRPr sz="1200"/>
            </a:pPr>
            <a:r>
              <a:t>The Bible has a vast manuscript tradition, with over 25,000 early manuscripts available, significantly more than any other ancient text. The earliest manuscripts of the New Testament date to within a few decades of the original writings, allowing for a high degree of textual reliability. This extensive manuscript evidence supports the claim that the Bible has been accurately transmitted over time, reinforcing its historical authenticity.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Criticism and Responses</a:t>
            </a:r>
          </a:p>
        </p:txBody>
      </p:sp>
      <p:sp>
        <p:nvSpPr>
          <p:cNvPr id="3" name="Content Placeholder 2"/>
          <p:cNvSpPr>
            <a:spLocks noGrp="1"/>
          </p:cNvSpPr>
          <p:nvPr>
            <p:ph idx="1"/>
          </p:nvPr>
        </p:nvSpPr>
        <p:spPr/>
        <p:txBody>
          <a:bodyPr wrap="square"/>
          <a:lstStyle/>
          <a:p>
            <a:pPr>
              <a:defRPr sz="1200"/>
            </a:pPr>
            <a:r>
              <a:t>Critics of the Bible often point to perceived contradictions and question its supernatural claims. However, proponents argue that many of these criticisms stem from misunderstandings of the text or its historical context. They emphasize that archaeological evidence consistently supports the Bible's historical claims and that the consistency of its message across different authors and time periods reinforces its reliability.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Confidence &amp; limitations</a:t>
            </a:r>
          </a:p>
        </p:txBody>
      </p:sp>
      <p:sp>
        <p:nvSpPr>
          <p:cNvPr id="3" name="Content Placeholder 2"/>
          <p:cNvSpPr>
            <a:spLocks noGrp="1"/>
          </p:cNvSpPr>
          <p:nvPr>
            <p:ph idx="1"/>
          </p:nvPr>
        </p:nvSpPr>
        <p:spPr/>
        <p:txBody>
          <a:bodyPr wrap="square"/>
          <a:lstStyle/>
          <a:p>
            <a:pPr>
              <a:defRPr sz="1200"/>
            </a:pPr>
            <a:r>
              <a:t>The research report presents a range of archaeological and historical evidence supporting the Bible's historical accuracy; however, it lacks a critical examination of the limitations of these sources, such as potential biases in interpretation and the absence of direct evidence for supernatural claims. The reliance on a limited number of sources, many of which may have inherent biases, suggests...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Sources</a:t>
            </a:r>
          </a:p>
        </p:txBody>
      </p:sp>
      <p:sp>
        <p:nvSpPr>
          <p:cNvPr id="3" name="Content Placeholder 2"/>
          <p:cNvSpPr>
            <a:spLocks noGrp="1"/>
          </p:cNvSpPr>
          <p:nvPr>
            <p:ph idx="1"/>
          </p:nvPr>
        </p:nvSpPr>
        <p:spPr/>
        <p:txBody>
          <a:bodyPr wrap="square"/>
          <a:lstStyle/>
          <a:p>
            <a:pPr>
              <a:spcAft>
                <a:spcPts val="400"/>
              </a:spcAft>
              <a:defRPr sz="1000"/>
            </a:pPr>
            <a:r>
              <a:t>https://www.crossway.org/articles/10-crucial-archaeological-discoveries-related-to-the-bible/?srsltid=AfmBOorvbSpg2Y5...</a:t>
            </a:r>
          </a:p>
          <a:p>
            <a:pPr>
              <a:spcAft>
                <a:spcPts val="400"/>
              </a:spcAft>
              <a:defRPr sz="1000"/>
            </a:pPr>
            <a:r>
              <a:t>https://www.gci.org/articles/how-archaeology-confirms-the-bible/</a:t>
            </a:r>
          </a:p>
          <a:p>
            <a:pPr>
              <a:spcAft>
                <a:spcPts val="400"/>
              </a:spcAft>
              <a:defRPr sz="1000"/>
            </a:pPr>
            <a:r>
              <a:t>https://truthfaithandreason.com/a-case-for-the-bible-101-how-does-archeological-evidence-support-the-reliability-of-t...</a:t>
            </a:r>
          </a:p>
          <a:p>
            <a:pPr>
              <a:spcAft>
                <a:spcPts val="400"/>
              </a:spcAft>
              <a:defRPr sz="1000"/>
            </a:pPr>
            <a:r>
              <a:t>https://historycollection.com/can-we-trust-the-bible-as-history-surprising-non-biblical-texts-that-corroborate-the-sc...</a:t>
            </a:r>
          </a:p>
          <a:p>
            <a:pPr>
              <a:spcAft>
                <a:spcPts val="400"/>
              </a:spcAft>
              <a:defRPr sz="1000"/>
            </a:pPr>
            <a:r>
              <a:t>https://www.cslewisinstitute.org/resources/are-biblical-manuscripts-reliable/</a:t>
            </a:r>
          </a:p>
          <a:p>
            <a:pPr>
              <a:spcAft>
                <a:spcPts val="400"/>
              </a:spcAft>
              <a:defRPr sz="1000"/>
            </a:pPr>
            <a:r>
              <a:t>https://www.icr.org/bible-manuscripts</a:t>
            </a:r>
          </a:p>
          <a:p>
            <a:pPr>
              <a:spcAft>
                <a:spcPts val="400"/>
              </a:spcAft>
              <a:defRPr sz="1000"/>
            </a:pPr>
            <a:r>
              <a:t>https://www.biblicalarchaeology.org/daily/biblical-topics/new-testament/dating-the-oldest-new-testament-christian-man...</a:t>
            </a:r>
          </a:p>
          <a:p>
            <a:pPr>
              <a:spcAft>
                <a:spcPts val="400"/>
              </a:spcAft>
              <a:defRPr sz="1000"/>
            </a:pPr>
            <a:r>
              <a:t>https://medium.com/wtf-moments/questioning-the-historical-accuracy-of-the-bible-a-complete-breakdown-4cbfa9be5567</a:t>
            </a:r>
          </a:p>
          <a:p>
            <a:pPr>
              <a:spcAft>
                <a:spcPts val="400"/>
              </a:spcAft>
              <a:defRPr sz="1000"/>
            </a:pPr>
            <a:r>
              <a:t>https://forgetruth.com/defending-the-historical-accuracy-of-the-bible/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