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itle 1"/>
          <p:cNvSpPr>
            <a:spLocks noGrp="1"/>
          </p:cNvSpPr>
          <p:nvPr>
            <p:ph type="ctrTitle"/>
          </p:nvPr>
        </p:nvSpPr>
        <p:spPr/>
        <p:txBody>
          <a:bodyPr/>
          <a:lstStyle/>
          <a:p>
            <a:pPr algn="l">
              <a:defRPr sz="3600" b="1">
                <a:solidFill>
                  <a:srgbClr val="FFFFFF"/>
                </a:solidFill>
              </a:defRPr>
            </a:pPr>
            <a:r>
              <a:t>How much do religious beliefs affect political decisions in the US?</a:t>
            </a:r>
          </a:p>
        </p:txBody>
      </p:sp>
      <p:sp>
        <p:nvSpPr>
          <p:cNvPr id="3" name="Subtitle 2"/>
          <p:cNvSpPr>
            <a:spLocks noGrp="1"/>
          </p:cNvSpPr>
          <p:nvPr>
            <p:ph type="subTitle" idx="1"/>
          </p:nvPr>
        </p:nvSpPr>
        <p:spPr/>
        <p:txBody>
          <a:bodyPr/>
          <a:lstStyle/>
          <a:p>
            <a:pPr algn="l">
              <a:defRPr sz="1800">
                <a:solidFill>
                  <a:srgbClr val="94A3B8"/>
                </a:solidFill>
              </a:defRPr>
            </a:pPr>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Religious beliefs significantly influence political decisions in the United States, shaping voting behavior and party affiliation across various demographics. Surveys indicate that a substantial portion of voters, particularly among evangelical Christians, attribute considerable weight to their faith when making electoral choices. The Barna Group's research highlights that 7...</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research conducted for this report involved a comprehensive review of existing literature, surveys, and empirical studies examining the relationship between religious beliefs and political decisions in the United States. Key sources included national surveys such as those conducted by the Barna Group and Pew Research Center, which provided quantitative data on voter behavior and the perceived influence of religion on political choices. Additionally, scholarly articles and analyses were reviewed to understand...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literature on the influence of religious beliefs on political decisions in the U.S. reveals a complex interplay between faith and politics. Key studies, such as those by the Barna Group, indicate that religious beliefs are a significant factor in voting behavior, particularly among evangelical Christians, where 75% report a strong influence of their faith on electoral choices. In contrast, research from Pew indicates that while a majority of Americans acknowledge some level of religious influence, many also...</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Religious Beliefs as a Primary Influence on Voting</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The claim that religious beliefs significantly influence voting decisions in the U.S. is supported by various surveys and studies. For instance, the Barna Group's research indicates that 75% of evangelicals attribute a lot of influence to their religious beliefs when voting, compared to only 10% of Catholics.</a:t>
            </a:r>
            <a:br/>
            <a:r>
              <a:t>(b) Supporting evidence from the Barna survey shows that 33% of adults overall report their religious beliefs exerted either 'a lot' or 'some' influence on their presidential candidate choice. This tren...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Divergent Political Affiliations Among Religious Groups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Different religious groups in the U.S. exhibit distinct political affiliations, with white evangelical Protestants largely supporting the Republican Party, while Black Protestants and Jewish voters tend to lean Democratic.</a:t>
            </a:r>
            <a:br/>
            <a:r>
              <a:t>(b) According to Pew Research, 59% of white evangelical Protestants identify as Republicans, while 84% of Black Protestants align with the Democratic Party. This divergence illustrates how religious identity can shape political preferences and party loyalty.</a:t>
            </a:r>
            <a:br/>
            <a:r>
              <a:t>(c) Critics of this claim note...</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findings across various claims highlight the multifaceted relationship between religious beliefs and political decisions in the U.S. While religious beliefs are a primary influence on voting behavior for many, particularly among evangelicals, there is a notable divergence in political affiliations among different religious groups. This complexity is further compounded by socioeconomic factors and regional differences, which can moderate the influence of religion on political choices.</a:t>
            </a:r>
          </a:p>
          <a:p>
            <a:pPr>
              <a:lnSpc>
                <a:spcPct val="115000"/>
              </a:lnSpc>
              <a:spcAft>
                <a:spcPts val="800"/>
              </a:spcAft>
              <a:defRPr sz="1300">
                <a:solidFill>
                  <a:srgbClr val="334155"/>
                </a:solidFill>
              </a:defRPr>
            </a:pPr>
            <a:r>
              <a:t>Tensions arise as many...</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implications of religious influence on political decisions are significant for American democracy and governance. As religious beliefs continue to shape voter behavior, they can impact policy-making and electoral outcomes, particularly on contentious issues such as abortion, LGBTQ rights, and social justice. Understanding these dynamics is crucial for political leaders and policymakers seeking to engage diverse constituencies effectively.</a:t>
            </a:r>
          </a:p>
          <a:p>
            <a:pPr>
              <a:lnSpc>
                <a:spcPct val="115000"/>
              </a:lnSpc>
              <a:spcAft>
                <a:spcPts val="800"/>
              </a:spcAft>
              <a:defRPr sz="1300">
                <a:solidFill>
                  <a:srgbClr val="334155"/>
                </a:solidFill>
              </a:defRPr>
            </a:pPr>
            <a:r>
              <a:t>Moreover, the polarization resulting from religious affiliations can...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Conclusion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In summary, religious beliefs play a significant role in shaping political decisions in the United States, influencing voting behavior and party affiliation across various demographics. While the evidence suggests a strong correlation between faith and electoral choices, this relationship is nuanced and moderated by socioeconomic factors and individual motivations. The ongoing debate about the appropriate role of religion in politics reflects broader societal divides, highlighting the need for continued explorat...</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Barna Group. Religious Beliefs Have Greatest Influence on Voting Decisions. https://www.barna.com/research/religious-beliefs-have-greatest-influence-on-voting-decisions/. [Accessed 2023].</a:t>
            </a:r>
            <a:br/>
            <a:r>
              <a:t>Pew Research Center. Religion and Politics in the United States. https://www.pewresearch.org/religion/. [Accessed 2023].</a:t>
            </a:r>
            <a:br/>
            <a:r>
              <a:t>Wikipedia. Religion and politics in the United States. https://en.wikipedia.org/wiki/Religion_and_politics_in_the_United_States. [Accessed 2023].</a:t>
            </a:r>
            <a:br/>
            <a:r>
              <a:t>Fact Check Team. How religious beliefs sway American voting pa...</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Confidence &amp; limitations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methodology employed in this research report is commendable, utilizing a comprehensive review of existing literature and empirical studies, particularly from reputable sources like the Barna Group and Pew Research Center. However, the reliance on self-reported data introduces potential biases, as respondents may not accurately reflect the influence of their religious bel...</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https://www.barna.com/research/religious-beliefs-have-greatest-influence-on-voting-decisions/</a:t>
            </a:r>
          </a:p>
          <a:p>
            <a:pPr>
              <a:lnSpc>
                <a:spcPct val="115000"/>
              </a:lnSpc>
              <a:spcAft>
                <a:spcPts val="800"/>
              </a:spcAft>
              <a:defRPr sz="1000">
                <a:solidFill>
                  <a:srgbClr val="334155"/>
                </a:solidFill>
              </a:defRPr>
            </a:pPr>
            <a:r>
              <a:t>https://www.pewresearch.org/religion/</a:t>
            </a:r>
          </a:p>
          <a:p>
            <a:pPr>
              <a:lnSpc>
                <a:spcPct val="115000"/>
              </a:lnSpc>
              <a:spcAft>
                <a:spcPts val="800"/>
              </a:spcAft>
              <a:defRPr sz="1000">
                <a:solidFill>
                  <a:srgbClr val="334155"/>
                </a:solidFill>
              </a:defRPr>
            </a:pPr>
            <a:r>
              <a:t>https://en.wikipedia.org/wiki/Religion_and_politics_in_the_United_States</a:t>
            </a:r>
          </a:p>
          <a:p>
            <a:pPr>
              <a:lnSpc>
                <a:spcPct val="115000"/>
              </a:lnSpc>
              <a:spcAft>
                <a:spcPts val="800"/>
              </a:spcAft>
              <a:defRPr sz="1000">
                <a:solidFill>
                  <a:srgbClr val="334155"/>
                </a:solidFill>
              </a:defRPr>
            </a:pPr>
            <a:r>
              <a:t>https://wgxa.tv/news/nation-world/fact-check-team-how-religious-beliefs-sway-american-voting-patt...</a:t>
            </a:r>
          </a:p>
          <a:p>
            <a:pPr>
              <a:lnSpc>
                <a:spcPct val="115000"/>
              </a:lnSpc>
              <a:spcAft>
                <a:spcPts val="800"/>
              </a:spcAft>
              <a:defRPr sz="1000">
                <a:solidFill>
                  <a:srgbClr val="334155"/>
                </a:solidFill>
              </a:defRPr>
            </a:pPr>
            <a:r>
              <a:t>https://moderndiplomacy.eu/2024/02/17/religion-should-not-impact-political-decisions/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